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1. Faint Neural Mesh</a:t>
            </a:r>
          </a:p>
        </p:txBody>
      </p:sp>
      <p:sp>
        <p:nvSpPr>
          <p:cNvPr id="3" name="Oval 2"/>
          <p:cNvSpPr/>
          <p:nvPr/>
        </p:nvSpPr>
        <p:spPr>
          <a:xfrm>
            <a:off x="10113142" y="310229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49361" y="5279394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4244" y="5561742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2081" y="6020565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5984" y="5722507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93810" y="4552228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77428" y="5269010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72623" y="4991814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8249" y="581492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8370" y="359509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59591" y="5254582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97023" y="5467842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62955" y="3721542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1159" y="6053149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80192" y="6230819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21958" y="5292596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95510" y="4797803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69024" y="4545273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5727" y="4103720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45052" y="4423660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47475" y="5952045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67575" y="5216965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5290" y="5182699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14940" y="5832426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43685" y="5563208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3200" y="349370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3519" y="4852407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34228" y="2891288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77319" y="521936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74991" y="5500381"/>
            <a:ext cx="91440" cy="914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10114744" y="3148011"/>
            <a:ext cx="44118" cy="144298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890772" y="3148011"/>
            <a:ext cx="268090" cy="132136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123148" y="5314730"/>
            <a:ext cx="1271933" cy="10384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5218343" y="5037534"/>
            <a:ext cx="176738" cy="28758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783969" y="5325114"/>
            <a:ext cx="611112" cy="53552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95081" y="5228419"/>
            <a:ext cx="1655929" cy="9669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95081" y="5325114"/>
            <a:ext cx="1794324" cy="283814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723039" y="5265081"/>
            <a:ext cx="1672042" cy="6003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09964" y="5607462"/>
            <a:ext cx="851740" cy="16076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209964" y="5300302"/>
            <a:ext cx="495347" cy="30716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09964" y="5607462"/>
            <a:ext cx="156915" cy="49140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09964" y="5607462"/>
            <a:ext cx="1015948" cy="66907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09964" y="5338316"/>
            <a:ext cx="1257714" cy="26914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547801" y="5513562"/>
            <a:ext cx="394942" cy="55272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8841230" y="4843523"/>
            <a:ext cx="706571" cy="122276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547801" y="4590993"/>
            <a:ext cx="566943" cy="147529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547801" y="4469380"/>
            <a:ext cx="342971" cy="159690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9093195" y="5997765"/>
            <a:ext cx="454606" cy="6852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8713295" y="5262685"/>
            <a:ext cx="834506" cy="80360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547801" y="5878146"/>
            <a:ext cx="912859" cy="18813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705311" y="5300302"/>
            <a:ext cx="356393" cy="46792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366879" y="5768227"/>
            <a:ext cx="694825" cy="33064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061704" y="5768227"/>
            <a:ext cx="164208" cy="50831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061704" y="5338316"/>
            <a:ext cx="405974" cy="42991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061704" y="5265081"/>
            <a:ext cx="1661335" cy="50314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061704" y="5546101"/>
            <a:ext cx="1359007" cy="22212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39530" y="4597948"/>
            <a:ext cx="801700" cy="24557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7541447" y="4149440"/>
            <a:ext cx="498083" cy="448508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39530" y="4597948"/>
            <a:ext cx="1053665" cy="139981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039530" y="4597948"/>
            <a:ext cx="673765" cy="66473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051010" y="4597948"/>
            <a:ext cx="988520" cy="63047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189405" y="4597948"/>
            <a:ext cx="850125" cy="101098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289239" y="4597948"/>
            <a:ext cx="750291" cy="30017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123148" y="5037534"/>
            <a:ext cx="1095195" cy="27719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123148" y="5314730"/>
            <a:ext cx="660821" cy="54591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3844090" y="3640811"/>
            <a:ext cx="279058" cy="167391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467678" y="5314730"/>
            <a:ext cx="1655470" cy="2358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3723039" y="5265081"/>
            <a:ext cx="400109" cy="4964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420711" y="5314730"/>
            <a:ext cx="702437" cy="23137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4783969" y="5037534"/>
            <a:ext cx="434374" cy="82310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3723039" y="5037534"/>
            <a:ext cx="1495304" cy="22754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3723039" y="5265081"/>
            <a:ext cx="1060930" cy="59556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3420711" y="5546101"/>
            <a:ext cx="1363258" cy="3145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3723039" y="3640811"/>
            <a:ext cx="121051" cy="162427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308675" y="3767262"/>
            <a:ext cx="396636" cy="15330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366879" y="5300302"/>
            <a:ext cx="338432" cy="79856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705311" y="5300302"/>
            <a:ext cx="520601" cy="97623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05311" y="5300302"/>
            <a:ext cx="762367" cy="38014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705311" y="5300302"/>
            <a:ext cx="1715400" cy="24579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8841230" y="4843523"/>
            <a:ext cx="1101513" cy="67003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942743" y="4590993"/>
            <a:ext cx="172001" cy="92256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9890772" y="4469380"/>
            <a:ext cx="51971" cy="104418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9093195" y="5513562"/>
            <a:ext cx="849548" cy="48420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8713295" y="5262685"/>
            <a:ext cx="1229448" cy="25087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942743" y="5513562"/>
            <a:ext cx="517917" cy="364584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1208920" y="3539421"/>
            <a:ext cx="99755" cy="22784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366879" y="6098869"/>
            <a:ext cx="859033" cy="17767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366879" y="5338316"/>
            <a:ext cx="1100799" cy="76055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25912" y="5338316"/>
            <a:ext cx="241766" cy="93822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25912" y="5265081"/>
            <a:ext cx="1497127" cy="1011458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225912" y="5546101"/>
            <a:ext cx="1194799" cy="730438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467678" y="5265081"/>
            <a:ext cx="1255361" cy="7323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467678" y="5338316"/>
            <a:ext cx="953033" cy="20778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841230" y="4590993"/>
            <a:ext cx="1273514" cy="25253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7541447" y="4149440"/>
            <a:ext cx="1299783" cy="69408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841230" y="4469380"/>
            <a:ext cx="1049542" cy="37414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841230" y="4843523"/>
            <a:ext cx="251965" cy="115424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713295" y="4843523"/>
            <a:ext cx="127935" cy="41916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7189405" y="4843523"/>
            <a:ext cx="1651825" cy="76540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7289239" y="4843523"/>
            <a:ext cx="1551991" cy="54604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9890772" y="4469380"/>
            <a:ext cx="223972" cy="12161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9093195" y="4590993"/>
            <a:ext cx="1021549" cy="140677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713295" y="4590993"/>
            <a:ext cx="1401449" cy="67169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114744" y="4590993"/>
            <a:ext cx="345916" cy="128715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541447" y="4149440"/>
            <a:ext cx="1171848" cy="111324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7051010" y="4149440"/>
            <a:ext cx="490437" cy="107897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7189405" y="4149440"/>
            <a:ext cx="352042" cy="1459488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7289239" y="4149440"/>
            <a:ext cx="252208" cy="748687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9093195" y="4469380"/>
            <a:ext cx="797577" cy="152838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713295" y="4469380"/>
            <a:ext cx="1177477" cy="793305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890772" y="4469380"/>
            <a:ext cx="569888" cy="140876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8713295" y="5262685"/>
            <a:ext cx="379900" cy="73508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093195" y="5878146"/>
            <a:ext cx="1367465" cy="11961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7051010" y="5228419"/>
            <a:ext cx="1662285" cy="34266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7189405" y="5262685"/>
            <a:ext cx="1523890" cy="346243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7289239" y="4898127"/>
            <a:ext cx="1424056" cy="364558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051010" y="5228419"/>
            <a:ext cx="138395" cy="380509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051010" y="4898127"/>
            <a:ext cx="238229" cy="330292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189405" y="4898127"/>
            <a:ext cx="99834" cy="710801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3420711" y="5265081"/>
            <a:ext cx="302328" cy="28102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2. Soft Data Point Cloud</a:t>
            </a:r>
          </a:p>
        </p:txBody>
      </p:sp>
      <p:sp>
        <p:nvSpPr>
          <p:cNvPr id="3" name="Oval 2"/>
          <p:cNvSpPr/>
          <p:nvPr/>
        </p:nvSpPr>
        <p:spPr>
          <a:xfrm>
            <a:off x="2077286" y="6135767"/>
            <a:ext cx="41285" cy="4128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74222" y="5524402"/>
            <a:ext cx="55548" cy="555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8504" y="4769544"/>
            <a:ext cx="40643" cy="4064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97859" y="4400304"/>
            <a:ext cx="29450" cy="2945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6488" y="4189853"/>
            <a:ext cx="40915" cy="4091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1270" y="6446816"/>
            <a:ext cx="68399" cy="6839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82457" y="5183889"/>
            <a:ext cx="69227" cy="692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8173" y="1309562"/>
            <a:ext cx="71042" cy="7104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29284" y="4450880"/>
            <a:ext cx="61293" cy="6129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26046" y="6409223"/>
            <a:ext cx="45442" cy="4544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93398" y="3450353"/>
            <a:ext cx="38968" cy="3896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9196" y="4903259"/>
            <a:ext cx="25933" cy="2593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20234" y="5693040"/>
            <a:ext cx="53227" cy="532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27360" y="4474948"/>
            <a:ext cx="63612" cy="6361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27543" y="3961902"/>
            <a:ext cx="38177" cy="3817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69645" y="5774703"/>
            <a:ext cx="29952" cy="2995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03357" y="4248327"/>
            <a:ext cx="70202" cy="7020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67849" y="5073942"/>
            <a:ext cx="53993" cy="5399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73743" y="1583702"/>
            <a:ext cx="31708" cy="3170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96650" y="3665695"/>
            <a:ext cx="24243" cy="2424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3790" y="3980667"/>
            <a:ext cx="72217" cy="7221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4754" y="5915789"/>
            <a:ext cx="18563" cy="1856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5429" y="6533886"/>
            <a:ext cx="61195" cy="6119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6288" y="3728911"/>
            <a:ext cx="72234" cy="7223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02575" y="6063023"/>
            <a:ext cx="67314" cy="6731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80956" y="6271499"/>
            <a:ext cx="37033" cy="3703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33297" y="5520101"/>
            <a:ext cx="26864" cy="268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456" y="6655586"/>
            <a:ext cx="69017" cy="6901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68436" y="4200365"/>
            <a:ext cx="21418" cy="2141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46693" y="3740269"/>
            <a:ext cx="68808" cy="6880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45931" y="1486627"/>
            <a:ext cx="46983" cy="4698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57319" y="4295128"/>
            <a:ext cx="34959" cy="349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86326" y="5930684"/>
            <a:ext cx="49980" cy="499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18303" y="5796932"/>
            <a:ext cx="35690" cy="356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09903" y="4173927"/>
            <a:ext cx="57765" cy="5776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01872" y="4549737"/>
            <a:ext cx="29726" cy="2972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29801" y="1480718"/>
            <a:ext cx="60069" cy="6006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45704" y="6787089"/>
            <a:ext cx="37650" cy="3765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62798" y="4028617"/>
            <a:ext cx="65225" cy="6522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6333" y="5810658"/>
            <a:ext cx="34043" cy="3404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435113" y="6789444"/>
            <a:ext cx="62827" cy="6282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93227" y="3663894"/>
            <a:ext cx="63575" cy="6357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47105" y="6220865"/>
            <a:ext cx="20618" cy="2061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70230" y="4549611"/>
            <a:ext cx="40381" cy="4038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291018" y="2754175"/>
            <a:ext cx="62350" cy="6235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01195" y="5485253"/>
            <a:ext cx="29154" cy="2915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849182" y="4376450"/>
            <a:ext cx="69337" cy="6933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571285" y="6579694"/>
            <a:ext cx="25221" cy="2522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052986" y="1869361"/>
            <a:ext cx="43516" cy="4351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05605" y="6463893"/>
            <a:ext cx="27658" cy="276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83218" y="4567812"/>
            <a:ext cx="54430" cy="5443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970951" y="5084357"/>
            <a:ext cx="41921" cy="4192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56601" y="3945309"/>
            <a:ext cx="27102" cy="2710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19019" y="6625949"/>
            <a:ext cx="20416" cy="2041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41433" y="5188290"/>
            <a:ext cx="27048" cy="270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1242" y="6544344"/>
            <a:ext cx="44472" cy="4447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44464" y="2394952"/>
            <a:ext cx="48506" cy="4850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949325" y="3054846"/>
            <a:ext cx="20665" cy="2066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521236" y="4155662"/>
            <a:ext cx="41376" cy="4137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84142" y="4747159"/>
            <a:ext cx="48835" cy="4883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37295" y="6673471"/>
            <a:ext cx="41822" cy="4182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46671" y="5413084"/>
            <a:ext cx="42037" cy="4203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48825" y="623907"/>
            <a:ext cx="53634" cy="5363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52304" y="6183619"/>
            <a:ext cx="55420" cy="554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831909" y="3667466"/>
            <a:ext cx="29338" cy="2933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634553" y="3644764"/>
            <a:ext cx="27552" cy="2755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731498" y="4860915"/>
            <a:ext cx="26052" cy="2605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94888" y="3746787"/>
            <a:ext cx="21459" cy="21459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544337" y="6531987"/>
            <a:ext cx="40955" cy="4095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986894" y="1628977"/>
            <a:ext cx="60028" cy="6002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85715" y="6327202"/>
            <a:ext cx="28527" cy="285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583805" y="183568"/>
            <a:ext cx="64700" cy="647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26500" y="5855917"/>
            <a:ext cx="71528" cy="715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372236" y="4267117"/>
            <a:ext cx="69032" cy="6903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947993" y="6250869"/>
            <a:ext cx="36330" cy="3633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205639" y="5272388"/>
            <a:ext cx="23054" cy="2305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398180" y="6672774"/>
            <a:ext cx="27659" cy="276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05536" y="2779666"/>
            <a:ext cx="69297" cy="6929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07641" y="4129522"/>
            <a:ext cx="41837" cy="4183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76843" y="2449436"/>
            <a:ext cx="32221" cy="3222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50473" y="5126753"/>
            <a:ext cx="21085" cy="2108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197094" y="1015575"/>
            <a:ext cx="57691" cy="5769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164134" y="313091"/>
            <a:ext cx="49155" cy="4915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147228" y="172054"/>
            <a:ext cx="71936" cy="7193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33834" y="6284432"/>
            <a:ext cx="21453" cy="214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666873" y="445923"/>
            <a:ext cx="42821" cy="4282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756501" y="6721548"/>
            <a:ext cx="60081" cy="6008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958272" y="6342525"/>
            <a:ext cx="65401" cy="654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544737" y="3821649"/>
            <a:ext cx="53197" cy="5319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573372" y="956772"/>
            <a:ext cx="57966" cy="5796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90407" y="3229581"/>
            <a:ext cx="62174" cy="6217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009746" y="4473"/>
            <a:ext cx="69717" cy="6971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254162" y="6770536"/>
            <a:ext cx="58389" cy="5838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976474" y="4015394"/>
            <a:ext cx="47171" cy="4717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052999" y="6773540"/>
            <a:ext cx="49862" cy="4986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388602" y="6643802"/>
            <a:ext cx="33120" cy="331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299316" y="6451973"/>
            <a:ext cx="18395" cy="1839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56604" y="4285094"/>
            <a:ext cx="56537" cy="5653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464369" y="6038983"/>
            <a:ext cx="70871" cy="7087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497753" y="4517942"/>
            <a:ext cx="51803" cy="5180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024076" y="6533477"/>
            <a:ext cx="63066" cy="6306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153883" y="4425702"/>
            <a:ext cx="57777" cy="5777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035242" y="1857814"/>
            <a:ext cx="34356" cy="3435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261610" y="4023517"/>
            <a:ext cx="22304" cy="223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760978" y="4624564"/>
            <a:ext cx="49896" cy="4989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98507" y="4957323"/>
            <a:ext cx="42290" cy="422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684224" y="105326"/>
            <a:ext cx="20562" cy="2056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989197" y="6164097"/>
            <a:ext cx="26942" cy="2694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58688" y="6737161"/>
            <a:ext cx="19193" cy="1919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967601" y="3051730"/>
            <a:ext cx="42658" cy="426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023952" y="1072228"/>
            <a:ext cx="27648" cy="276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046258" y="6178007"/>
            <a:ext cx="46017" cy="4601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363937" y="6705568"/>
            <a:ext cx="38525" cy="3852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943306" y="3413319"/>
            <a:ext cx="47724" cy="47724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56114" y="4798878"/>
            <a:ext cx="54935" cy="5493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25886" y="3817336"/>
            <a:ext cx="29808" cy="2980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027654" y="5889317"/>
            <a:ext cx="69232" cy="6923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708962" y="6173105"/>
            <a:ext cx="59027" cy="590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186722" y="5617554"/>
            <a:ext cx="60731" cy="6073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981970" y="5343096"/>
            <a:ext cx="24894" cy="2489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934290" y="4124701"/>
            <a:ext cx="29058" cy="290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798401" y="6579685"/>
            <a:ext cx="27768" cy="2776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231065" y="5144561"/>
            <a:ext cx="36047" cy="3604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055853" y="6808208"/>
            <a:ext cx="61068" cy="6106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380315" y="5890968"/>
            <a:ext cx="40789" cy="4078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751512" y="4784793"/>
            <a:ext cx="39911" cy="3991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302331" y="4165761"/>
            <a:ext cx="57363" cy="5736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64148" y="4135295"/>
            <a:ext cx="35969" cy="35969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588012" y="4287538"/>
            <a:ext cx="69231" cy="6923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861527" y="4572193"/>
            <a:ext cx="54726" cy="5472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473446" y="5388071"/>
            <a:ext cx="28504" cy="285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4588" y="5249531"/>
            <a:ext cx="62113" cy="6211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368196" y="5674641"/>
            <a:ext cx="64900" cy="649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2026340" y="5476345"/>
            <a:ext cx="29843" cy="2984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1517049" y="6179404"/>
            <a:ext cx="50104" cy="501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734164" y="6432191"/>
            <a:ext cx="42203" cy="4220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769577" y="5678971"/>
            <a:ext cx="20707" cy="2070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898923" y="6629299"/>
            <a:ext cx="25874" cy="2587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2897181" y="6424082"/>
            <a:ext cx="55677" cy="5567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274735" y="4088171"/>
            <a:ext cx="70625" cy="7062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770223" y="4516357"/>
            <a:ext cx="45147" cy="4514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336042" y="1834344"/>
            <a:ext cx="33721" cy="3372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716134" y="4708449"/>
            <a:ext cx="33952" cy="3395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04723" y="2682362"/>
            <a:ext cx="43408" cy="4340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20614" y="2832607"/>
            <a:ext cx="43266" cy="4326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1799492" y="3705283"/>
            <a:ext cx="60401" cy="604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39974" y="6367132"/>
            <a:ext cx="39871" cy="3987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845183" y="3849813"/>
            <a:ext cx="24160" cy="241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207742" y="4334058"/>
            <a:ext cx="69877" cy="6987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2073671" y="2297092"/>
            <a:ext cx="42748" cy="427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2592666" y="4141605"/>
            <a:ext cx="70030" cy="7003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1128" y="3681206"/>
            <a:ext cx="41751" cy="4175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510722" y="4977592"/>
            <a:ext cx="45627" cy="456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147303" y="167356"/>
            <a:ext cx="70424" cy="7042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013942" y="3844505"/>
            <a:ext cx="63177" cy="6317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608440" y="3976759"/>
            <a:ext cx="65859" cy="658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045717" y="3711465"/>
            <a:ext cx="62742" cy="6274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724960" y="4268308"/>
            <a:ext cx="28368" cy="2836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048345" y="5843710"/>
            <a:ext cx="49439" cy="4943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341899" y="2481725"/>
            <a:ext cx="37298" cy="3729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061844" y="2597722"/>
            <a:ext cx="27874" cy="2787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641418" y="4198528"/>
            <a:ext cx="70481" cy="7048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29703" y="265058"/>
            <a:ext cx="35656" cy="3565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363098" y="4471076"/>
            <a:ext cx="49781" cy="4978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891942" y="6057004"/>
            <a:ext cx="70880" cy="708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862046" y="5295190"/>
            <a:ext cx="64797" cy="6479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430088" y="4282632"/>
            <a:ext cx="19212" cy="1921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032663" y="6750073"/>
            <a:ext cx="41798" cy="4179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289126" y="6790570"/>
            <a:ext cx="24892" cy="2489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557291" y="3269620"/>
            <a:ext cx="57954" cy="5795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2903151" y="3883218"/>
            <a:ext cx="39174" cy="3917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433299" y="5727131"/>
            <a:ext cx="28100" cy="281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058575" y="4339492"/>
            <a:ext cx="66387" cy="6638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532589" y="6646733"/>
            <a:ext cx="51343" cy="5134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955882" y="6702740"/>
            <a:ext cx="60167" cy="6016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270543" y="4847057"/>
            <a:ext cx="45223" cy="4522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141704" y="6608552"/>
            <a:ext cx="32446" cy="3244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355319" y="5301291"/>
            <a:ext cx="69974" cy="69974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570833" y="6643921"/>
            <a:ext cx="35391" cy="3539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099717" y="2682831"/>
            <a:ext cx="58893" cy="5889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983074" y="146308"/>
            <a:ext cx="72556" cy="7255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135477" y="1224623"/>
            <a:ext cx="69499" cy="6949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149635" y="5687726"/>
            <a:ext cx="53173" cy="5317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850824" y="3825264"/>
            <a:ext cx="27234" cy="2723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217308" y="2760354"/>
            <a:ext cx="71953" cy="719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141740" y="6299474"/>
            <a:ext cx="47342" cy="4734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746773" y="6372514"/>
            <a:ext cx="59420" cy="594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623866" y="4211861"/>
            <a:ext cx="26290" cy="262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49418" y="4062065"/>
            <a:ext cx="56725" cy="5672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652957" y="6730229"/>
            <a:ext cx="25920" cy="259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157347" y="4319830"/>
            <a:ext cx="23664" cy="236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739555" y="4357873"/>
            <a:ext cx="59598" cy="5959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446093" y="5466363"/>
            <a:ext cx="41606" cy="4160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082515" y="5707434"/>
            <a:ext cx="56975" cy="5697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940175" y="5078803"/>
            <a:ext cx="20727" cy="207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892494" y="6268741"/>
            <a:ext cx="62387" cy="6238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813503" y="6045873"/>
            <a:ext cx="26451" cy="2645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6186647" y="3930328"/>
            <a:ext cx="30723" cy="3072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734108" y="4839519"/>
            <a:ext cx="33693" cy="3369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608645" y="5315254"/>
            <a:ext cx="69464" cy="694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857189" y="6742203"/>
            <a:ext cx="40890" cy="408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6603933" y="5028633"/>
            <a:ext cx="63153" cy="6315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1402058" y="3709460"/>
            <a:ext cx="55062" cy="5506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359797" y="5150767"/>
            <a:ext cx="44477" cy="4447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357294" y="5412889"/>
            <a:ext cx="73045" cy="7304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296038" y="3582679"/>
            <a:ext cx="32749" cy="3274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0088068" y="5397080"/>
            <a:ext cx="29048" cy="290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1568466" y="1197551"/>
            <a:ext cx="48758" cy="487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6160738" y="4783216"/>
            <a:ext cx="19445" cy="1944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445793" y="5065735"/>
            <a:ext cx="38253" cy="382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1891470" y="4496123"/>
            <a:ext cx="63828" cy="638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32337" y="6653988"/>
            <a:ext cx="26621" cy="2662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713133" y="5190189"/>
            <a:ext cx="27614" cy="2761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615610" y="6528082"/>
            <a:ext cx="53418" cy="5341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446472" y="6467458"/>
            <a:ext cx="63103" cy="6310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244333" y="5137070"/>
            <a:ext cx="65027" cy="650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823674" y="6708299"/>
            <a:ext cx="50301" cy="503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456739" y="4041278"/>
            <a:ext cx="54227" cy="5422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746104" y="5529569"/>
            <a:ext cx="54660" cy="5466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48793" y="5621839"/>
            <a:ext cx="69311" cy="6931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168702" y="4387860"/>
            <a:ext cx="68804" cy="688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455089" y="4405188"/>
            <a:ext cx="56645" cy="5664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093493" y="3807810"/>
            <a:ext cx="32458" cy="324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490901" y="4622205"/>
            <a:ext cx="41233" cy="4123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335908" y="4321591"/>
            <a:ext cx="35414" cy="3541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333949" y="4601159"/>
            <a:ext cx="52185" cy="5218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229331" y="6484666"/>
            <a:ext cx="60216" cy="6021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6150" y="4247411"/>
            <a:ext cx="53364" cy="533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3850701" y="5359197"/>
            <a:ext cx="72880" cy="728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352812" y="5706324"/>
            <a:ext cx="43592" cy="4359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399029" y="4424620"/>
            <a:ext cx="44698" cy="4469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222930" y="5766070"/>
            <a:ext cx="57277" cy="5727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681221" y="5380941"/>
            <a:ext cx="71253" cy="712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9236068" y="1834198"/>
            <a:ext cx="29411" cy="2941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1959532" y="4945912"/>
            <a:ext cx="65216" cy="6521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76692" y="5870801"/>
            <a:ext cx="38396" cy="3839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43894" y="4983714"/>
            <a:ext cx="49253" cy="492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213907" y="5789097"/>
            <a:ext cx="54506" cy="5450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1593448" y="5739457"/>
            <a:ext cx="29193" cy="2919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8528950" y="4578632"/>
            <a:ext cx="19846" cy="1984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52548" y="4812539"/>
            <a:ext cx="71842" cy="7184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019034" y="4550728"/>
            <a:ext cx="45467" cy="4546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18954" y="4643217"/>
            <a:ext cx="66155" cy="6615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127264" y="5673388"/>
            <a:ext cx="65930" cy="6593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2267442" y="3944970"/>
            <a:ext cx="70615" cy="7061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2048679" y="4845900"/>
            <a:ext cx="23982" cy="2398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006664" y="6067631"/>
            <a:ext cx="23201" cy="232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095078" y="3694507"/>
            <a:ext cx="34332" cy="3433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588934" y="5655550"/>
            <a:ext cx="34317" cy="3431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395415" y="6540519"/>
            <a:ext cx="60059" cy="600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94263" y="1896725"/>
            <a:ext cx="69928" cy="699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406966" y="927624"/>
            <a:ext cx="54167" cy="5416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8183" y="4693192"/>
            <a:ext cx="60463" cy="6046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952829" y="1892049"/>
            <a:ext cx="30208" cy="3020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310109" y="6340885"/>
            <a:ext cx="42992" cy="4299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734371" y="5493450"/>
            <a:ext cx="19778" cy="1977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496619" y="6740342"/>
            <a:ext cx="62322" cy="6232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90759" y="4587371"/>
            <a:ext cx="64154" cy="64154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8029608" y="6599602"/>
            <a:ext cx="49167" cy="4916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2082193" y="5159582"/>
            <a:ext cx="27861" cy="2786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739009" y="6253183"/>
            <a:ext cx="49300" cy="493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640482" y="5250101"/>
            <a:ext cx="58086" cy="5808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5646171" y="5913804"/>
            <a:ext cx="51958" cy="519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7552339" y="3847483"/>
            <a:ext cx="50696" cy="5069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9876921" y="5951458"/>
            <a:ext cx="57645" cy="5764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1865573" y="6301090"/>
            <a:ext cx="54359" cy="543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697379" y="4287625"/>
            <a:ext cx="44214" cy="4421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661609" y="2560913"/>
            <a:ext cx="31692" cy="3169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628809" y="4974469"/>
            <a:ext cx="66338" cy="6633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2493882" y="6766606"/>
            <a:ext cx="34370" cy="3437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967053" y="6840520"/>
            <a:ext cx="64638" cy="6463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605306" y="5476832"/>
            <a:ext cx="26573" cy="2657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5307854" y="3421199"/>
            <a:ext cx="19623" cy="1962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752299" y="595537"/>
            <a:ext cx="36745" cy="3674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985301" y="5535439"/>
            <a:ext cx="40169" cy="4016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267662" y="2422849"/>
            <a:ext cx="60382" cy="6038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8558801" y="4989958"/>
            <a:ext cx="40269" cy="40269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520390" y="5341900"/>
            <a:ext cx="28668" cy="2866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5135306" y="4905927"/>
            <a:ext cx="55385" cy="5538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538887" y="6838853"/>
            <a:ext cx="61778" cy="6177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1693852" y="5632320"/>
            <a:ext cx="32137" cy="3213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394137" y="1475961"/>
            <a:ext cx="24723" cy="2472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4280679" y="5326978"/>
            <a:ext cx="55474" cy="5547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412780" y="6779659"/>
            <a:ext cx="70440" cy="7044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477780" y="5821180"/>
            <a:ext cx="70663" cy="7066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7968" y="2260941"/>
            <a:ext cx="41896" cy="4189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8964888" y="4397075"/>
            <a:ext cx="56783" cy="5678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163844" y="5304235"/>
            <a:ext cx="28311" cy="2831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597692" y="3622003"/>
            <a:ext cx="49770" cy="4977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668301" y="6307377"/>
            <a:ext cx="20135" cy="2013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162802" y="3957491"/>
            <a:ext cx="45726" cy="4572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589087" y="5411502"/>
            <a:ext cx="31226" cy="3122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573497" y="1671523"/>
            <a:ext cx="56997" cy="5699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8674499" y="5041848"/>
            <a:ext cx="38879" cy="38879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0066142" y="4023702"/>
            <a:ext cx="34721" cy="3472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73889" y="6431772"/>
            <a:ext cx="64004" cy="640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0851230" y="5205903"/>
            <a:ext cx="72053" cy="720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940875" y="2668020"/>
            <a:ext cx="47813" cy="4781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0254229" y="5715294"/>
            <a:ext cx="32763" cy="3276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14725" y="6666290"/>
            <a:ext cx="54191" cy="5419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6766814" y="5528518"/>
            <a:ext cx="44939" cy="4493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282352" y="6523793"/>
            <a:ext cx="22301" cy="223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530574" y="2440103"/>
            <a:ext cx="23594" cy="2359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3913224" y="5416419"/>
            <a:ext cx="52309" cy="5230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851582" y="5553361"/>
            <a:ext cx="46761" cy="4676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397464" y="3190491"/>
            <a:ext cx="66710" cy="6671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021921" y="4197290"/>
            <a:ext cx="29584" cy="2958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145820" y="4119904"/>
            <a:ext cx="46554" cy="4655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3866927" y="5558166"/>
            <a:ext cx="42853" cy="4285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9359480" y="1121877"/>
            <a:ext cx="49228" cy="492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525867" y="3741369"/>
            <a:ext cx="54391" cy="5439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8260209" y="5538472"/>
            <a:ext cx="42271" cy="4227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830382" y="6747559"/>
            <a:ext cx="62264" cy="622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535205" y="4738313"/>
            <a:ext cx="41536" cy="4153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9319094" y="4448155"/>
            <a:ext cx="38619" cy="3861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350882" y="6551736"/>
            <a:ext cx="61849" cy="6184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882355" y="2400303"/>
            <a:ext cx="44361" cy="4436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628064" y="2562479"/>
            <a:ext cx="60844" cy="6084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573917" y="6106124"/>
            <a:ext cx="56533" cy="56533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969468" y="2977020"/>
            <a:ext cx="41529" cy="41529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90606" y="5438143"/>
            <a:ext cx="70356" cy="7035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621213" y="3741884"/>
            <a:ext cx="55980" cy="559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0071208" y="4522374"/>
            <a:ext cx="57854" cy="5785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8020748" y="1702964"/>
            <a:ext cx="38783" cy="3878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0420431" y="4027751"/>
            <a:ext cx="71753" cy="7175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9095444" y="4353940"/>
            <a:ext cx="22354" cy="22354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6012562" y="5439438"/>
            <a:ext cx="69576" cy="6957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395852" y="3608277"/>
            <a:ext cx="46178" cy="4617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831478" y="1917581"/>
            <a:ext cx="58647" cy="5864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602622" y="6756287"/>
            <a:ext cx="34380" cy="3438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6443236" y="6446597"/>
            <a:ext cx="28607" cy="2860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661161" y="4388872"/>
            <a:ext cx="58673" cy="5867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465389" y="6070676"/>
            <a:ext cx="37155" cy="3715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902733" y="5183866"/>
            <a:ext cx="28223" cy="2822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155976" y="6114758"/>
            <a:ext cx="40915" cy="4091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90002" y="6398524"/>
            <a:ext cx="27992" cy="2799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590999" y="3889202"/>
            <a:ext cx="60685" cy="6068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746185" y="3864852"/>
            <a:ext cx="25781" cy="2578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948531" y="427868"/>
            <a:ext cx="44962" cy="44962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1375119" y="3545030"/>
            <a:ext cx="72204" cy="7220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4145362" y="5178331"/>
            <a:ext cx="35577" cy="35577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8523" y="5769174"/>
            <a:ext cx="27726" cy="2772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0277678" y="4132262"/>
            <a:ext cx="55543" cy="5554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87365" y="1044649"/>
            <a:ext cx="71369" cy="7136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277546" y="5707422"/>
            <a:ext cx="45520" cy="4552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989694" y="4610711"/>
            <a:ext cx="66139" cy="6613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071726" y="4143974"/>
            <a:ext cx="64361" cy="6436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492955" y="5644955"/>
            <a:ext cx="21248" cy="2124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1015186" y="5967253"/>
            <a:ext cx="61005" cy="6100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8449077" y="3048846"/>
            <a:ext cx="35234" cy="3523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9364325" y="6642756"/>
            <a:ext cx="72495" cy="72495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1127642" y="5821227"/>
            <a:ext cx="70403" cy="7040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992715" y="499372"/>
            <a:ext cx="24990" cy="249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368023" y="6128406"/>
            <a:ext cx="68567" cy="6856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7249430" y="283151"/>
            <a:ext cx="63689" cy="6368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4534105" y="4313205"/>
            <a:ext cx="56523" cy="5652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716964" y="4708317"/>
            <a:ext cx="45459" cy="454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952343" y="5765729"/>
            <a:ext cx="39434" cy="3943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32614" y="1882062"/>
            <a:ext cx="63975" cy="6397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4749241" y="1744642"/>
            <a:ext cx="65895" cy="6589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9535255" y="4441375"/>
            <a:ext cx="32007" cy="3200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8900095" y="2419788"/>
            <a:ext cx="30336" cy="30336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039807" y="3663252"/>
            <a:ext cx="34156" cy="3415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249241" y="3907218"/>
            <a:ext cx="26241" cy="2624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163254" y="4679181"/>
            <a:ext cx="64571" cy="6457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6702758" y="6631525"/>
            <a:ext cx="33530" cy="3353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704125" y="5962417"/>
            <a:ext cx="61773" cy="6177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549940" y="3768808"/>
            <a:ext cx="18840" cy="1884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4948749" y="3721737"/>
            <a:ext cx="44119" cy="4411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33169" y="4348886"/>
            <a:ext cx="59300" cy="593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689318" y="3784169"/>
            <a:ext cx="41395" cy="4139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7683517" y="4549476"/>
            <a:ext cx="46805" cy="4680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50287" y="6159362"/>
            <a:ext cx="37871" cy="3787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41356" y="4441553"/>
            <a:ext cx="72208" cy="7220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834561" y="5376158"/>
            <a:ext cx="34197" cy="34197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3239239" y="5865976"/>
            <a:ext cx="42155" cy="42155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3006387" y="4732184"/>
            <a:ext cx="47390" cy="4739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3925211" y="5596282"/>
            <a:ext cx="43364" cy="4336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406618" y="6451940"/>
            <a:ext cx="55301" cy="5530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105324" y="5916452"/>
            <a:ext cx="41242" cy="4124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6501190" y="5226794"/>
            <a:ext cx="70212" cy="7021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39124" y="6310814"/>
            <a:ext cx="46589" cy="4658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3700836" y="3567"/>
            <a:ext cx="54803" cy="5480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358627" y="5274424"/>
            <a:ext cx="64510" cy="6451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331681" y="6541254"/>
            <a:ext cx="66784" cy="6678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5631385" y="5620908"/>
            <a:ext cx="37789" cy="3778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4414577" y="5817311"/>
            <a:ext cx="64658" cy="6465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412623" y="4976075"/>
            <a:ext cx="64394" cy="6439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499182" y="6195889"/>
            <a:ext cx="18510" cy="1851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3209" y="2590122"/>
            <a:ext cx="63652" cy="63652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4715285" y="4308058"/>
            <a:ext cx="63728" cy="637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063170" y="4141755"/>
            <a:ext cx="52628" cy="526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0577510" y="2852326"/>
            <a:ext cx="51113" cy="51113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5708565" y="4042482"/>
            <a:ext cx="71928" cy="71928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013732" y="6173075"/>
            <a:ext cx="22781" cy="22781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4495605" y="3130965"/>
            <a:ext cx="60659" cy="60659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6418996" y="6400838"/>
            <a:ext cx="26720" cy="2672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797575" y="3962664"/>
            <a:ext cx="63951" cy="6395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8477394" y="5052046"/>
            <a:ext cx="33501" cy="33501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046942" y="6634388"/>
            <a:ext cx="71170" cy="7117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3. Subtle Code/Data Margin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GAGTC101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28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0CT0A10C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457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01T1T01A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685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CG01A1TG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914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GCAGAT11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143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GC1TG01T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371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GG101GG0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600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1T1C101A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828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1CG1GCCC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2057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GCATTTTC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2286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CT11CG0G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2514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0C0100TG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2743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T011GGAC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0CTGCTCG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200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100GGCCA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429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ACC1G10G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" y="3657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GT11TC1C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3886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TA01TCTC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4114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0T0AA1CT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4343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AACAT1GT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" y="4572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10A1TC1T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" y="4800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CGGTTC0C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5029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G1TTTG1G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5257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A01AG100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5486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0TG1GCG1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5715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TAG0CGTT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" y="59436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C00GCGC0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" y="61722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A1ATC1GC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6400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CGCC1TAA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">
                <a:solidFill>
                  <a:srgbClr val="DCDCDC"/>
                </a:solidFill>
              </a:defRPr>
            </a:pPr>
            <a:r>
              <a:t>A0AG1TAC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4. Topographic 'Risk Landscape' Lines</a:t>
            </a:r>
          </a:p>
        </p:txBody>
      </p:sp>
      <p:sp>
        <p:nvSpPr>
          <p:cNvPr id="3" name="Arc 2"/>
          <p:cNvSpPr/>
          <p:nvPr/>
        </p:nvSpPr>
        <p:spPr>
          <a:xfrm>
            <a:off x="-914400" y="365760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457200" y="347472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0" y="329184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457200" y="310896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914400" y="292608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1371600" y="274320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828800" y="256032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2286000" y="2377439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2743200" y="219456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3200400" y="2011680"/>
            <a:ext cx="13716000" cy="4572000"/>
          </a:xfrm>
          <a:prstGeom prst="arc">
            <a:avLst/>
          </a:prstGeom>
          <a:noFill/>
          <a:ln w="254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5. Minimalist Hexagonal Watermark</a:t>
            </a:r>
          </a:p>
        </p:txBody>
      </p:sp>
      <p:sp>
        <p:nvSpPr>
          <p:cNvPr id="3" name="Hexagon 2"/>
          <p:cNvSpPr/>
          <p:nvPr/>
        </p:nvSpPr>
        <p:spPr>
          <a:xfrm>
            <a:off x="8228842" y="541955"/>
            <a:ext cx="1408459" cy="1408459"/>
          </a:xfrm>
          <a:prstGeom prst="hexagon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830490" y="525760"/>
            <a:ext cx="2567337" cy="2567337"/>
          </a:xfrm>
          <a:prstGeom prst="hexagon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625368" y="1286758"/>
            <a:ext cx="2591650" cy="259165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88505" y="2043840"/>
            <a:ext cx="1663181" cy="1663181"/>
          </a:xfrm>
          <a:prstGeom prst="hexagon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008367" y="1055367"/>
            <a:ext cx="1974348" cy="197434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6. Abstract Protein Ribbons</a:t>
            </a:r>
          </a:p>
        </p:txBody>
      </p:sp>
      <p:sp>
        <p:nvSpPr>
          <p:cNvPr id="3" name="Wave 2"/>
          <p:cNvSpPr/>
          <p:nvPr/>
        </p:nvSpPr>
        <p:spPr>
          <a:xfrm>
            <a:off x="0" y="4572000"/>
            <a:ext cx="12188952" cy="1371600"/>
          </a:xfrm>
          <a:prstGeom prst="wav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ave 3"/>
          <p:cNvSpPr/>
          <p:nvPr/>
        </p:nvSpPr>
        <p:spPr>
          <a:xfrm>
            <a:off x="0" y="5029200"/>
            <a:ext cx="12188952" cy="1371600"/>
          </a:xfrm>
          <a:prstGeom prst="wav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0" y="5486400"/>
            <a:ext cx="12188952" cy="1371600"/>
          </a:xfrm>
          <a:prstGeom prst="wav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7. Soft Molecular Docking Glow</a:t>
            </a:r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14400" y="5029200"/>
            <a:ext cx="914400" cy="914400"/>
          </a:xfrm>
          <a:prstGeom prst="hexagon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600200" y="4572000"/>
            <a:ext cx="914400" cy="914400"/>
          </a:xfrm>
          <a:prstGeom prst="hexagon">
            <a:avLst/>
          </a:prstGeom>
          <a:noFill/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8. Geometric Wireframe Brain (Abstract)</a:t>
            </a:r>
          </a:p>
        </p:txBody>
      </p:sp>
      <p:sp>
        <p:nvSpPr>
          <p:cNvPr id="3" name="Oval 2"/>
          <p:cNvSpPr/>
          <p:nvPr/>
        </p:nvSpPr>
        <p:spPr>
          <a:xfrm>
            <a:off x="8571625" y="410261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57230" y="25641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85493" y="3815683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0171" y="302686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46365" y="286379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96431" y="261391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22742" y="130057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78285" y="305892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8825" y="329283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32507" y="3091593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80501" y="9578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39781" y="320202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63321" y="213439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8004" y="302914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2644" y="409062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55954" y="273566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93485" y="393571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747" y="332201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7328" y="230136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66284" y="378969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31945" y="20441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4132" y="3486799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91780" y="157320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15456" y="292197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95339" y="333185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66098" y="100800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86688" y="269396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838" y="152158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45562" y="18575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98344" y="201043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6545" y="2619447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68504" y="2348223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69251" y="1381935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67723" y="409927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27614" y="21641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34798" y="2036131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9. High-Key Cellular Texture</a:t>
            </a:r>
          </a:p>
        </p:txBody>
      </p:sp>
      <p:sp>
        <p:nvSpPr>
          <p:cNvPr id="3" name="Oval 2"/>
          <p:cNvSpPr/>
          <p:nvPr/>
        </p:nvSpPr>
        <p:spPr>
          <a:xfrm>
            <a:off x="7169450" y="2045070"/>
            <a:ext cx="2423530" cy="2423530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57459" y="2980310"/>
            <a:ext cx="2983612" cy="2983612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8303" y="3530364"/>
            <a:ext cx="4312659" cy="4312659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82068" y="1810524"/>
            <a:ext cx="3832756" cy="3832756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424" y="6007082"/>
            <a:ext cx="4244322" cy="4244322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4063" y="3944733"/>
            <a:ext cx="1959032" cy="1959032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4201" y="5103587"/>
            <a:ext cx="2263861" cy="2263861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87351" y="2033753"/>
            <a:ext cx="4401462" cy="4401462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0087" y="2971550"/>
            <a:ext cx="4145482" cy="4145482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84163" y="4057140"/>
            <a:ext cx="4040873" cy="4040873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79391" y="2501245"/>
            <a:ext cx="3117291" cy="3117291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85908" y="4002775"/>
            <a:ext cx="2650151" cy="2650151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10697" y="1315867"/>
            <a:ext cx="2599995" cy="2599995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9777" y="6272480"/>
            <a:ext cx="2042470" cy="2042470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37022" y="5329803"/>
            <a:ext cx="3370175" cy="3370175"/>
          </a:xfrm>
          <a:prstGeom prst="ellipse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6464"/>
                </a:solidFill>
              </a:defRPr>
            </a:pPr>
            <a:r>
              <a:t>10. Frosted Glass (Glassmorphism)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7315200" cy="5486400"/>
          </a:xfrm>
          <a:prstGeom prst="ellipse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3657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